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DBAB-BC60-6E1F-945F-A4339C862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CC3DA-46F7-CEE4-37F2-E4081238B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D37FA-CB78-483A-38D1-500A278A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1441-CECB-7CDF-4DF4-C37D4EA6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866F-C7D0-855B-5E43-1BC68E3B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485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AAD0-0D61-7A51-87B4-EA372948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936A-6463-2540-8A54-5CCE85AD1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66E11-467F-7A23-2519-A4C12CF7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8DCFE-1408-122E-5811-890FC8D0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CF1B-BC63-77E5-ED2B-A28555EA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14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190C-6E25-5C7F-6079-0FF59D8B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A7B7C-D82A-88B3-1A2C-D5F9C09A8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09F64-E1D4-056C-5466-6EEB56EE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2FC41-05EA-68FA-5BED-204D59A0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91176-BBFB-8F99-DCFA-B2E68C31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076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72AB-B509-00A6-1E02-760B7D87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63E1-6EF2-C368-DE62-4ABF524C6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257A7-2943-C6E5-977D-EB1D03272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5EAEA-2772-92D7-110E-09DFD795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6B495-1D2C-36CB-6286-0D7A2D7B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18DE2-79CE-7B92-29EF-E95EFEB7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472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5F72-79F0-A2E6-14B0-EDEEE34B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A577E-C016-C372-446F-A86831570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3A045-1360-86F5-5BF8-282E95268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E5DF6-5DF1-6143-88D1-8C5B7E930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2EE5B-5FA0-AF1C-97D9-50621256C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69416-4000-10AE-44D1-B47E4D1E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9CD6A-4C09-BCFA-F044-672CD8A9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A6A06-6E9F-1ED7-4983-47E6AC7A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894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F45E-A895-9F79-A49F-25DF82DB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E6A7D-B6EE-D749-649A-4A2FF32B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2CE9C-7B61-8FC4-BC9C-F8DFA49C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5F4D-32B0-B779-E6DB-42691B4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535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8F6A-41ED-6788-30FF-BCFB30F6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8FCEE-D008-5152-7F45-A4B3A8BC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AA17-BF2D-328F-2CE0-AC3B4001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762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01D9-AEA1-3548-F32B-F491697B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3F85-792D-11ED-F815-7366E67B6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1B172-FF78-07EA-83B4-29CABCA78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88101-E476-7970-5326-20E094CC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E2764-EA95-F778-F0F8-40E737C1A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29680-36F7-10C7-9EB1-2CE706D5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048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1734-0BEC-0E97-CEE5-3711158A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58C9F-2EE7-D9C9-DC55-615B27992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5227D-0E70-25D6-42EE-83DAE7BCB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58713-B39D-4CD8-244F-011FFF94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15987-C636-D3B2-D188-309EFBFA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03F95-C8F4-E3F0-213C-2245FAB3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581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ACB2-36B0-A773-07F5-5C03E389C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CE127-53D1-2728-2286-3ED4A7F3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D36AE-9617-05EE-1DD6-A71B29BF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0F0B5-DCA4-F21D-57B6-C5EB4E50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EEC2B-5CF5-CA1A-F3CD-D8FEF54F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368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1DC0B-A099-6B2E-76E6-BC287B856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18E7E-CA07-8856-EE4E-542333B30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6BCEC-2EAA-7DCC-99DA-F6539828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2B75-1F4A-37CE-A173-7435EA2E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B7767-BF56-EEE0-1A52-4365C66A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293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9718BB-A242-1A59-A6E9-D20DDA08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971D6-78EC-7E42-CF56-A0E4028FB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0A7B-9B8F-3F3B-B083-1F28DEED2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5A4DF-00C3-4DED-8B4D-8FA2FA086662}" type="datetimeFigureOut">
              <a:rPr lang="LID4096" smtClean="0"/>
              <a:t>06/25/2026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17038-2ED4-1807-2EFB-3663115D8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E375C-1714-7257-5005-68D0747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24083-1916-43DE-A911-77B54E1ECE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40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6F26-4E77-03D3-AFA8-D9869C082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STRATUM UI </a:t>
            </a:r>
            <a:br>
              <a:rPr lang="en-US" dirty="0"/>
            </a:br>
            <a:r>
              <a:rPr lang="en-US" dirty="0"/>
              <a:t>Observations and Changes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1805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EDAC5-C363-2B5A-1C5B-5BCE7361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7" y="181717"/>
            <a:ext cx="8517477" cy="44807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7B782B-32E1-0D37-4F72-5179C702A5D7}"/>
              </a:ext>
            </a:extLst>
          </p:cNvPr>
          <p:cNvSpPr/>
          <p:nvPr/>
        </p:nvSpPr>
        <p:spPr>
          <a:xfrm>
            <a:off x="158437" y="87086"/>
            <a:ext cx="1169620" cy="3048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319B1-C89C-571D-2378-452858B71280}"/>
              </a:ext>
            </a:extLst>
          </p:cNvPr>
          <p:cNvSpPr txBox="1"/>
          <p:nvPr/>
        </p:nvSpPr>
        <p:spPr>
          <a:xfrm>
            <a:off x="158437" y="5007429"/>
            <a:ext cx="7211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greenbox</a:t>
            </a:r>
            <a:r>
              <a:rPr lang="en-US" dirty="0"/>
              <a:t> title “</a:t>
            </a:r>
            <a:r>
              <a:rPr lang="en-US" dirty="0" err="1"/>
              <a:t>QGroundControl</a:t>
            </a:r>
            <a:r>
              <a:rPr lang="en-US" dirty="0"/>
              <a:t> Daily” should be “STRATUM with version number.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3807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CD60F2-88F9-1ECB-4931-B524E357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187158"/>
            <a:ext cx="12160875" cy="64836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23F642-4293-8808-54BB-C06DCB937F59}"/>
              </a:ext>
            </a:extLst>
          </p:cNvPr>
          <p:cNvSpPr/>
          <p:nvPr/>
        </p:nvSpPr>
        <p:spPr>
          <a:xfrm>
            <a:off x="15562" y="979713"/>
            <a:ext cx="1349829" cy="370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AOP</a:t>
            </a:r>
            <a:endParaRPr lang="LID409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B6013-073D-26E4-9234-764973F44CB1}"/>
              </a:ext>
            </a:extLst>
          </p:cNvPr>
          <p:cNvSpPr/>
          <p:nvPr/>
        </p:nvSpPr>
        <p:spPr>
          <a:xfrm>
            <a:off x="15562" y="1447798"/>
            <a:ext cx="1349829" cy="370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Takeoff</a:t>
            </a:r>
            <a:endParaRPr lang="LID409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298B34-70B3-991C-4047-FB1FFB6C6D6A}"/>
              </a:ext>
            </a:extLst>
          </p:cNvPr>
          <p:cNvSpPr/>
          <p:nvPr/>
        </p:nvSpPr>
        <p:spPr>
          <a:xfrm>
            <a:off x="15562" y="1915883"/>
            <a:ext cx="1671724" cy="370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Base</a:t>
            </a:r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418196-147E-554E-4C5F-5BE1FCCA0486}"/>
              </a:ext>
            </a:extLst>
          </p:cNvPr>
          <p:cNvSpPr/>
          <p:nvPr/>
        </p:nvSpPr>
        <p:spPr>
          <a:xfrm>
            <a:off x="15562" y="2383968"/>
            <a:ext cx="1671724" cy="370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7094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3C9D50-B9FE-4608-B05F-FD887EB4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5" y="676133"/>
            <a:ext cx="11875110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4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614E86-2B9F-15BC-7CE9-271F22106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" y="434821"/>
            <a:ext cx="11983066" cy="5988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5B3056-AA32-139C-48B8-5E52976E7D19}"/>
              </a:ext>
            </a:extLst>
          </p:cNvPr>
          <p:cNvSpPr/>
          <p:nvPr/>
        </p:nvSpPr>
        <p:spPr>
          <a:xfrm>
            <a:off x="10324334" y="4234540"/>
            <a:ext cx="1671724" cy="370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813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29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STRATUM UI  Observations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Bin Iftikhar</dc:creator>
  <cp:lastModifiedBy>Anas Bin Iftikhar</cp:lastModifiedBy>
  <cp:revision>10</cp:revision>
  <dcterms:created xsi:type="dcterms:W3CDTF">2026-06-24T19:52:44Z</dcterms:created>
  <dcterms:modified xsi:type="dcterms:W3CDTF">2026-06-25T11:22:01Z</dcterms:modified>
</cp:coreProperties>
</file>